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37DCF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HOMEZ TEMPLATE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Análisis Detallado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7DCF2"/>
                </a:solidFill>
              </a:rPr>
              <a:t>Real Estate React NextJS Template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</a:rPr>
              <a:t>Documentación completa de 10 Home Pages y 15+ Property List Pages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Descripción General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Información del Template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Nombre: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Homez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Tipo: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Premium Real Estate Template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Framework: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Next.js (App Router)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Lenguaje: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React, TypeScript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Estilos: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Bootstrap, SCSS/CSS
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Fuente: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DM Sans (Google Fonts)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0" cy="320040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5"/>
                </a:solidFill>
              </a:rPr>
              <a:t>Páginas Incluidas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Home Pages
</a:t>
            </a:r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</a:rPr>
              <a:t>15+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Property List Pages
</a:t>
            </a:r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Property Detail Pages
</a:t>
            </a:r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</a:rPr>
              <a:t>9+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Dashboard Pages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Blog, About, Contact, Agents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Login, Register, Pricing, FAQ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Características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Mortgage Calculator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Widget para calcular pagos hipotecarios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Compare Property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Comparar propiedades por características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Saved Properties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Guardar propiedades favoritas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Page Statistics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Estadísticas de audiencia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Agencies &amp;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Gestión de agencias y agentes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Mobile Friendly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Diseño totalmente responsive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360 Virtual Tour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Tours virtuales inmersivos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Floor Plans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Planos de propiedades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108960"/>
            <a:ext cx="27432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37D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Walk 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Información de ubicación cercana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Home Pages (10 Variantes)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Variantes Disponibles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1 - Default Hero Banner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2 - Alternative Hero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3 - Modern Property Focus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4 - Agent-Focused Design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5 - Agency Showcase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Más Variantes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6 - Minimal Design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7 - Featured Listings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8 - Map Integration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9 - Video Hero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320040" cy="320040"/>
          </a:xfrm>
          <a:prstGeom prst="ellipse">
            <a:avLst/>
          </a:prstGeom>
          <a:solidFill>
            <a:srgbClr val="37DCF2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235"/>
                </a:solidFill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Home 10 - Full-Width Design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Property List Pages (15+ Variantes)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5"/>
                </a:solidFill>
              </a:rPr>
              <a:t>Grid 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Grid Default - Estándar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Grid Full Width 2 Cols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Grid Full Width 3 Cols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Grid Full Width 4 Cols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Grid Full Width 1 Col v1/v2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4114800" cy="822960"/>
          </a:xfrm>
          <a:prstGeom prst="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5"/>
                </a:solidFill>
              </a:rPr>
              <a:t>List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List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List All Style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5"/>
                </a:solidFill>
              </a:rPr>
              <a:t>Map Style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Header Map 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Map v1 - Mapa lateral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Map v2 - Mapa horizontal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Map v3 - Mapa vertical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Map v4 - Mapa completo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114800" cy="822960"/>
          </a:xfrm>
          <a:prstGeom prst="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5"/>
                </a:solidFill>
              </a:rPr>
              <a:t>Banner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Banner Search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• Banner Search v2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de Usuario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Funcionalidades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Submit Properties - Añadir propiedades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Manage Properties - Gestionar listings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User Profiles - Perfiles de usuario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Manage Agents/Agencies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Payment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Membership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37DC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235"/>
                </a:solidFill>
              </a:rPr>
              <a:t>Sistema completo de gestión inmobiliaria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Páginas de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Dashboard Home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Messages - Mensajería privada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New Property - Añadir propiedad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My Properties - Mis propiedades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My Favorites - Favoritos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Saved Search - Búsquedas guardadas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Reviews - Reseñas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My Package - Paquetes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My Profile - Mi perfil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Recomendaciones para Implementación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Características a Implementar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Mortgage Calculator - Esencial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Property Comparison - Ayuda a compradores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Saved Properties - Engagement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Advanced Search - Filtrado por ubicación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Agent/Agency Profiles - Confianza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Mobile-First Design - Alto uso móvil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5"/>
                </a:solidFill>
              </a:rPr>
              <a:t>Adaptaciones Necesarias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Currency Support - Moneda 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Location Data - Ciudades y áreas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Payment Gateways - Métodos locales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Language Support - Idioma 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Local SEO - Keywords locales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Map Integration - Maps local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Recursos y Enlaces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37DCF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5"/>
                </a:solidFill>
              </a:rPr>
              <a:t>Live Preview: homez-app-preview.vercel.app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246888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37DCF2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468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5"/>
                </a:solidFill>
              </a:rPr>
              <a:t>Demo App: homez-appdir.vercel.app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37DCF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108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5"/>
                </a:solidFill>
              </a:rPr>
              <a:t>Purchase: themeforest.net/item/homez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</a:rPr>
              <a:t>Documentación completa en /web/homez-app/docs/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Homez - Análisis Detallado</dc:title>
  <dc:subject>Real Estate React NextJS Template Analysis</dc:subject>
  <dc:creator>RICCO Ecosystem</dc:creator>
  <cp:lastModifiedBy>RICCO Ecosystem</cp:lastModifiedBy>
  <cp:revision>1</cp:revision>
  <dcterms:created xsi:type="dcterms:W3CDTF">2026-04-04T21:05:17Z</dcterms:created>
  <dcterms:modified xsi:type="dcterms:W3CDTF">2026-04-04T21:05:17Z</dcterms:modified>
</cp:coreProperties>
</file>